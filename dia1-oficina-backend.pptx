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80390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· DIA 1 DE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 Node.js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883664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frontend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82296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sua primeira API Node.js com um frontend em HTML, CSS e JavaScript.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913632"/>
            <a:ext cx="3697224" cy="749808"/>
          </a:xfrm>
          <a:prstGeom prst="roundRect">
            <a:avLst>
              <a:gd name="adj" fmla="val 9756"/>
            </a:avLst>
          </a:prstGeom>
          <a:solidFill>
            <a:srgbClr val="0B3D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13632"/>
            <a:ext cx="3697224" cy="749808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913632"/>
            <a:ext cx="3697224" cy="749808"/>
          </a:xfrm>
          <a:prstGeom prst="rect">
            <a:avLst/>
          </a:prstGeom>
          <a:solidFill>
            <a:srgbClr val="0B3D91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39593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" y="4242816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backend?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45864" y="3913632"/>
            <a:ext cx="3697224" cy="749808"/>
          </a:xfrm>
          <a:prstGeom prst="roundRect">
            <a:avLst>
              <a:gd name="adj" fmla="val 9756"/>
            </a:avLst>
          </a:prstGeom>
          <a:solidFill>
            <a:srgbClr val="0B3D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5864" y="3913632"/>
            <a:ext cx="3697224" cy="749808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5864" y="3913632"/>
            <a:ext cx="3697224" cy="749808"/>
          </a:xfrm>
          <a:prstGeom prst="rect">
            <a:avLst/>
          </a:prstGeom>
          <a:solidFill>
            <a:srgbClr val="0B3D9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73880" y="39593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73880" y="4242816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 Express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34528" y="3913632"/>
            <a:ext cx="3697224" cy="749808"/>
          </a:xfrm>
          <a:prstGeom prst="roundRect">
            <a:avLst>
              <a:gd name="adj" fmla="val 9756"/>
            </a:avLst>
          </a:prstGeom>
          <a:solidFill>
            <a:srgbClr val="0B3D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4528" y="3913632"/>
            <a:ext cx="3697224" cy="749808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22" name="Shape 20"/>
          <p:cNvSpPr/>
          <p:nvPr/>
        </p:nvSpPr>
        <p:spPr>
          <a:xfrm>
            <a:off x="8034528" y="3913632"/>
            <a:ext cx="3697224" cy="749808"/>
          </a:xfrm>
          <a:prstGeom prst="rect">
            <a:avLst/>
          </a:prstGeom>
          <a:solidFill>
            <a:srgbClr val="0B3D91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162544" y="39593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62544" y="4242816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no frontend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07235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5604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desta aula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248656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D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papel do backend, criar um servidor Node com Express, expor rotas GET e conectar esses dados em uma página HTML real usando fetch.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45 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78992"/>
            <a:ext cx="64008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13385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00–10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1325880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" y="1536192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motivação e o que vamos construir hoje.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28800"/>
            <a:ext cx="64008" cy="685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18836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" y="2075688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" y="2286000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dependências, criar a pasta backend e subir o servidor.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78608"/>
            <a:ext cx="64008" cy="6858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2633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25–65 min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" y="2825496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 API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" y="3035808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os endpoints GET, testar no navegador e entender JSON.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28416"/>
            <a:ext cx="64008" cy="6858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" y="338328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65–95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" y="3575304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fetch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" y="3785616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página HTML ao backend com fetch e renderizar dados.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78224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78224"/>
            <a:ext cx="64008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41330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95–105 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" y="4325112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+ recap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" y="453542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desafio individual e fechamento do ciclo completo.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64608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864608"/>
            <a:ext cx="64008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" y="4928616"/>
            <a:ext cx="11073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ao final do dia cada aluno terá uma página web lendo dados de uma API Node.js real.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aula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faltava no seu projeto?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115568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sabe fazer...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" y="1499616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42646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páginas HTML com estrutura semântica.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" y="1792224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1719072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Estilizar com CSS e criar layouts responsivos.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" y="2084832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2011680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interatividade com JavaScript — eventos, DOM, condicionais.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11274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23744"/>
            <a:ext cx="54864" cy="256032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42032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tínhamos...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" y="2926080"/>
            <a:ext cx="91440" cy="9144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2852928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persistem entre sessões (não somem ao recarregar).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" y="3218688"/>
            <a:ext cx="91440" cy="9144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145536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compartilhados entre usuários diferentes.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" y="3511296"/>
            <a:ext cx="91440" cy="9144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343814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 segura (validação, regras que o usuário não pode burlar).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" y="3803904"/>
            <a:ext cx="91440" cy="91440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3730752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banco de dados.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96512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96512"/>
            <a:ext cx="64008" cy="4754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" y="4160520"/>
            <a:ext cx="11073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backend é a camada que resolve isso. Ele recebe pedidos do frontend, processa as regras e devolve os dados prontos.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Abertura e contexto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frontend e backend se comunicam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comunicação acontece via protocolo HTTP. O navegador faz uma requisição e o servidor responde com dados.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642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 / JS)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62072" y="1700784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43784" y="19933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HTTP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47288" y="1572768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0B3D91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6642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(API)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1700784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833872" y="19933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JSON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37376" y="1572768"/>
            <a:ext cx="2331720" cy="658368"/>
          </a:xfrm>
          <a:prstGeom prst="roundRect">
            <a:avLst>
              <a:gd name="adj" fmla="val 13889"/>
            </a:avLst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16642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(JSON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arquivo)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23160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441448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JSON?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7523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 é o formato de dados que backend e frontend usam para se entender. É texto puro, simples de ler e enviar pela rede.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55264"/>
            <a:ext cx="512064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3346704"/>
            <a:ext cx="48646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 de resposta JSON da API de cursos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"nome": "HTML e CSS",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"nivel": "iniciante"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423160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2441448"/>
            <a:ext cx="5010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verbos que precisamos conhecer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275234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278892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2788920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(listar cursos, carregar perfil).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081528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118104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3118104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algo novo (cadastrar tarefa, enviar recado).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3410712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44728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40880" y="3447288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um item existente (editar tarefa).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739896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377647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40880" y="3776472"/>
            <a:ext cx="441655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item (apagar tarefa).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— Conceitos base de HTTP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do zero ao servidor no 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78992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143000"/>
            <a:ext cx="11073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Pré-requisito: Node.js LTS instalado. Teste no terminal: node -v e npm -v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54864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45920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Criar a pasta e iniciar o projeto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56816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56816"/>
            <a:ext cx="112745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2048256"/>
            <a:ext cx="11018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terminal, dentro da pasta oficina_back/dia1-api-basica/backend: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            // cria o package.json automaticamente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cors   // instala as dependências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-D nodemon     // reinicia o servidor ao salvar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54864" cy="2560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871216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Ajustar o package.json para usar nodemon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82112"/>
            <a:ext cx="11274552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3273552"/>
            <a:ext cx="11018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package.json  — trecho de "scripts"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"dev":   "nodemon server.js",   // reinicia ao salvar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"start": "node server.js"       // para produção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54864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096512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Subir o servidor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407408"/>
            <a:ext cx="11274552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" y="4498848"/>
            <a:ext cx="11018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Saída esperada no terminal: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[nodemon] starting `node server.js`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Servidor rodando em http://localhost:3333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5303520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303520"/>
            <a:ext cx="64008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" y="5367528"/>
            <a:ext cx="11073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isso o servidor já está no ar. Qualquer edição que você salvar reinicia automaticamente graças ao nodemon.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Setup do ambiente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 Express e a estrutura do servidor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+ CÓDIGO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é um framework minimalista para criar servidores HTTP com Node.js. Com ele, registramos rotas que respondem a requisições do tipo GET, POST, PUT e DELETE.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11274552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17904"/>
            <a:ext cx="11274552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609344"/>
            <a:ext cx="11018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server.js — estrutura comentada linha a linha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 // importa o framework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cors    = require('cors');    // libera acesso do frontend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 = express();  // cria a aplicação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3333;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Middlewares — processam TODA requisição antes das rotas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app.use(cors());           // permite que o browser acesse a API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  // lê o body JSON das requisições POST/PUT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Rota: GET 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Chamada quando o browser acessa http://localhost:3333/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mensagem: 'API funcionando!'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      ↑ envia resposta em formato JSON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Sobe o servidor e fica escutando conexões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app.listen(PORT, ()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console.log(`Servidor em http://localhost:${PORT}`);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5230368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5248656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objetos que você vai usar em toda rota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559552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559612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5596128"/>
            <a:ext cx="10469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— contém tudo que chegou do cliente: body, params, headers.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870448"/>
            <a:ext cx="658368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90702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5907024"/>
            <a:ext cx="104698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— usado para enviar a resposta: res.json(), res.status().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— Express e estrutura de rotas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as três primeiras rotas GET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GUIADO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criar três rotas GET no mesmo server.js. Cada uma devolve dados em JSON. Abra o arquivo, copie e rode.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7040880" cy="4709160"/>
          </a:xfrm>
          <a:prstGeom prst="roundRect">
            <a:avLst>
              <a:gd name="adj" fmla="val 1553"/>
            </a:avLst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81328"/>
            <a:ext cx="704088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572768"/>
            <a:ext cx="6784848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  — rota raiz: boas-vindas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mensagem: 'API da oficina funcionando.',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dica:     'Acesse /status e /cursos'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/status — health check: útil para saber se a API está viva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app.get('/status', (req, res)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 'ok',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horario: new Date().toISOString() // data/hora atual do servidor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/cursos — retorna array de cursos em memória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cursos = [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nome: 'HTML e CSS',          nivel: 'iniciante'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nome: 'JavaScript para Web', nivel: 'iniciante'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3, nome: 'Backend com Node.js', nivel: 'iniciante'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app.get('/cursos', (req, res)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res.json(cursos); // envia o array inteiro como JSON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863840" y="1481328"/>
            <a:ext cx="54864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7973568" y="149961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testar sem frontend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0416" y="1883664"/>
            <a:ext cx="91440" cy="914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5" name="Text 13"/>
          <p:cNvSpPr/>
          <p:nvPr/>
        </p:nvSpPr>
        <p:spPr>
          <a:xfrm>
            <a:off x="8083296" y="1810512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navegador: http://localhost:3333/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00416" y="2194560"/>
            <a:ext cx="91440" cy="914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7" name="Text 15"/>
          <p:cNvSpPr/>
          <p:nvPr/>
        </p:nvSpPr>
        <p:spPr>
          <a:xfrm>
            <a:off x="8083296" y="2121408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/status — deve mostrar status: ok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0416" y="2505456"/>
            <a:ext cx="91440" cy="914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19" name="Text 17"/>
          <p:cNvSpPr/>
          <p:nvPr/>
        </p:nvSpPr>
        <p:spPr>
          <a:xfrm>
            <a:off x="8083296" y="2432304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/cursos — deve mostrar o array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00416" y="281635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083296" y="274320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"JSON Viewer" no Chrome para ver o JSON formatado.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Rotas GET e testes manuais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HTTP — como o servidor fala com você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ESSENCIAL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resposta HTTP carrega um código numérico de 3 dígitos. Aprender a ler esses códigos é o principal atalho para debugar APIs.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F0FDF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08760"/>
            <a:ext cx="54864" cy="3200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56362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5636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bem-sucedida. Dados retornados normalmente.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F0F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92808"/>
            <a:ext cx="54864" cy="320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9476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criado com sucesso (usar em POST que cria algo).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276856"/>
            <a:ext cx="54864" cy="3200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33172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33172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enviados pelo cliente são inválidos ou faltam campos.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60904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FAF5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660904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27157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27157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autenticação (token ausente ou inválido).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44952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FDF2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044952"/>
            <a:ext cx="54864" cy="32004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0998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Not Found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0998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ou recurso não existe no servidor.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29000"/>
            <a:ext cx="5212080" cy="320040"/>
          </a:xfrm>
          <a:prstGeom prst="roundRect">
            <a:avLst>
              <a:gd name="adj" fmla="val 17143"/>
            </a:avLst>
          </a:prstGeom>
          <a:solidFill>
            <a:srgbClr val="FE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429000"/>
            <a:ext cx="54864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48386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Server Error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34838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inesperado no backend — olhe o terminal do servidor.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1508760"/>
            <a:ext cx="5605272" cy="210312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6035040" y="1508760"/>
            <a:ext cx="5605272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163056" y="1600200"/>
            <a:ext cx="53492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Como definir o status em uma rota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app.get('/rota-protegida', (req, res)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autenticado = false; // simulação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(!autenticado)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res.status(401).json({ erro: 'Acesso negado'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↑ define o código antes do .json()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dados: 'conteúdo secreto' }); // 200 é o padrão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— Status HTTP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o frontend à API com fetch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é nativo no browser. Com ele fazemos requisições HTTP diretamente do JavaScript, sem instalar nada.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54864" cy="2560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81328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base de um fetch com tratamento de erro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5577840" cy="4069080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92224"/>
            <a:ext cx="557784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1883664"/>
            <a:ext cx="532180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 no frontend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carregarCursos()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resposta = await fetch('http://localhost:3333/cursos');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           ↑ faz a requisição GET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(!resposta.ok)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resposta.ok é false para status 4xx e 5xx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Error(`Falha HTTP: ${resposta.status}`);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cursos = await resposta.json();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↑ converte o texto JSON em objeto/array JavaScript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renderizarCursos(cursos); // função que atualiza o DOM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(erro)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console.error('Erro ao buscar cursos:', erro);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mostrarMensagem('Não foi possível conectar à API.');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54864" cy="2560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1481328"/>
            <a:ext cx="4736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Renderizando os dados no DOM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792224"/>
            <a:ext cx="5239512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792224"/>
            <a:ext cx="5239512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6528816" y="1883664"/>
            <a:ext cx="49834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renderizarCursos(cursos)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lista = document.getElementById('listaCursos');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lista.innerHTML = ''; // limpa antes de re-renderizar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cursos.forEach((curso)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 = document.createElement('li');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item.textContent = `${curso.nome} (${curso.nivel})`;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lista.appendChild(item);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fetch e integração frontend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Detalhes do fetch que você precisa conhecer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RÁPIDA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54864" cy="2560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097280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async/await?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08176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é assíncrono — a resposta não chega na mesma hora. async/await faz o código esperar sem travar a página.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11274552" cy="1572768"/>
          </a:xfrm>
          <a:prstGeom prst="roundRect">
            <a:avLst>
              <a:gd name="adj" fmla="val 4651"/>
            </a:avLst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10512"/>
            <a:ext cx="11274552" cy="36576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1901952"/>
            <a:ext cx="1101852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Errado — tenta usar a resposta antes de ela chegar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resposta = fetch('http://localhost:3333/cursos');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console.log(resposta); // imprime Promise {&lt;pending&gt;}, não os dados!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Correto — espera a Promise resolver com await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resposta = await fetch('http://localhost:3333/cursos');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dados    = await resposta.json();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console.log(dados); // [ { id: 1, nome: 'HTML e CSS', ... } 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4864" cy="2560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474720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CORS bloqueia a requisição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85616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3849624"/>
            <a:ext cx="11073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ver no console "CORS policy blocked" — significa que o backend não está liberando o acesso do browser. Solução: garantir que app.use(cors()) está no server.js ANTES das rotas.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34256"/>
            <a:ext cx="54864" cy="2560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352544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Testando se a API está no ar antes de apontar o frontend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" y="4736592"/>
            <a:ext cx="91440" cy="914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663440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terminal e confirme que npm run dev está rodando.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" y="5029200"/>
            <a:ext cx="91440" cy="914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956048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http://localhost:3333/cursos no próprio navegador.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" y="5321808"/>
            <a:ext cx="91440" cy="91440"/>
          </a:xfrm>
          <a:prstGeom prst="ellipse">
            <a:avLst/>
          </a:prstGeom>
          <a:solidFill>
            <a:srgbClr val="0B3D91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5248656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aparecer JSON: API está funcionando. Agora conecte o frontend.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" y="561441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" y="554126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der erro de porta em uso, mude PORT = 3333 para 3334 no server.js.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Fetch detalhes e CORS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JS completos da tela do Dia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DA AULA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078992"/>
            <a:ext cx="521208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170432"/>
            <a:ext cx="495604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— estrutura mínima --&gt;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lang="pt-BR"&gt;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 /&gt;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&lt;title&gt;Dia 1 - Frontend + API&lt;/title&gt;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href="./style.css" /&gt;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 class="container"&gt;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&lt;h1&gt;Cursos da API&lt;/h1&gt;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id="btnCarregar"&gt;Carregar cursos&lt;/button&gt;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id="mensagem"&gt;&lt;/p&gt;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 id="listaCursos"&gt;&lt;/ul&gt;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src="./script.js"&gt;&lt;/script&gt;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078992"/>
            <a:ext cx="5605272" cy="4663440"/>
          </a:xfrm>
          <a:prstGeom prst="roundRect">
            <a:avLst>
              <a:gd name="adj" fmla="val 1569"/>
            </a:avLst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1078992"/>
            <a:ext cx="5605272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63056" y="1170432"/>
            <a:ext cx="534924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script.js — versão final com feedback visual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btnCarregar = document.getElementById('btnCarregar');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mensagem    = document.getElementById('mensagem');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listaCursos = document.getElementById('listaCursos');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carregarCursos()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mensagem.textContent = 'Carregando cursos...';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listaCursos.innerHTML = '';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resposta = await fetch('http://localhost:3333/cursos');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(!resposta.ok) throw new Error(`Status: ${resposta.status}`);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cursos = await resposta.json();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cursos.forEach((c)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li = document.createElement('li');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li.textContent = `${c.nome} — ${c.nivel}`;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listaCursos.appendChild(li);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mensagem.textContent = `${cursos.length} curso(s) carregado(s).`;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mensagem.textContent = 'Não foi possível conectar à API.';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btnCarregar.addEventListener('click', carregarCursos);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— Código completo da aula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e como resolver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78992"/>
            <a:ext cx="6400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133856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find module 'express'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13807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Dependências não foram instaladas.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16093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Rode npm install dentro da pasta backend.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93392"/>
            <a:ext cx="6400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048256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EADDRINUSE — porta 3333 já está em uso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22951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Outro processo está ocupando a porta.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5237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Feche terminais com servidor rodando ou mude PORT no server.js.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07792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07792"/>
            <a:ext cx="6400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962656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 blocked no console do browser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" y="32095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app.use(cors()) não está no server.js, ou foi colocado depois das rotas.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34381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Verifique se cors() está antes de qualquer app.get/post.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822192"/>
            <a:ext cx="6400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877056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failed — Failed to fetch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" y="41239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A API não está rodando ou a URL está errada.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43525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Abra http://localhost:3333 no browser antes de testar o frontend.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36592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736592"/>
            <a:ext cx="64008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791456"/>
            <a:ext cx="110002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Unexpected token &lt; em JSON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50383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A rota retornou HTML (geralmente página de erro 404).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" y="5266944"/>
            <a:ext cx="1100023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Verifique o caminho da rota no fetch e no server.js.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— Erros comuns e soluções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Prático — Dia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FINAL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11274552" cy="475488"/>
          </a:xfrm>
          <a:prstGeom prst="roundRect">
            <a:avLst>
              <a:gd name="adj" fmla="val 11538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78992"/>
            <a:ext cx="64008" cy="47548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143000"/>
            <a:ext cx="110733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20 minutos. Trabalhe individualmente ou em dupla. O instrutor circula para apoiar.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27632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645920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construir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" y="2029968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1956816"/>
            <a:ext cx="5961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endpoint GET /instrutores no server.js com pelo menos 2 instrutores.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" y="2322576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" y="2249424"/>
            <a:ext cx="5961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instrutor deve ter: id, nome, especialidade.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" y="2615184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2542032"/>
            <a:ext cx="5961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frontend, adicionar um segundo botão "Carregar instrutores".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" y="2907792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2834640"/>
            <a:ext cx="5961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clicar, buscar o endpoint e renderizar os instrutores na tela.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" y="3200400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127248"/>
            <a:ext cx="59618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 erro caso a API esteja fora do ar (mensagem amigável).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11274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602736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3621024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esperada do endpoint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621792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931920"/>
            <a:ext cx="621792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4023360"/>
            <a:ext cx="5961888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Adicione ao server.js — abaixo dos cursos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instrutores = [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nome: 'Ana',   especialidade: 'HTML e CSS'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nome: 'Bruno', especialidade: 'JavaScript'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app.get('/instrutores', (req, res) =&gt;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res.json(instrutores);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40880" y="3712464"/>
            <a:ext cx="54864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7150608" y="3730752"/>
            <a:ext cx="4096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entrega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77456" y="41148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7260336" y="4041648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/instrutores no browser e ver o JSON.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77456" y="442569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7260336" y="4352544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botão do frontend e ver os nomes na tela.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77456" y="473659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7260336" y="4663440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a API e ver a mensagem de erro aparecer.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— 20 minutos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23544"/>
            <a:ext cx="12188952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9445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do Dia 1 — o que construímos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03504"/>
            <a:ext cx="944575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Backend Node.js  |  Dia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268712" y="201168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B3D9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155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click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06624" y="120700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88336" y="148132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GET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63824" y="11155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0B3D91"/>
          </a:solidFill>
          <a:ln/>
        </p:spPr>
      </p:sp>
      <p:sp>
        <p:nvSpPr>
          <p:cNvPr id="13" name="Text 11"/>
          <p:cNvSpPr/>
          <p:nvPr/>
        </p:nvSpPr>
        <p:spPr>
          <a:xfrm>
            <a:off x="3163824" y="11887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13248" y="120700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48132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JSON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70448" y="11155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5870448" y="11887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memória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19872" y="1207008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01584" y="1481328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577072" y="1115568"/>
            <a:ext cx="2194560" cy="621792"/>
          </a:xfrm>
          <a:prstGeom prst="roundRect">
            <a:avLst>
              <a:gd name="adj" fmla="val 14706"/>
            </a:avLst>
          </a:prstGeom>
          <a:solidFill>
            <a:srgbClr val="BE185D"/>
          </a:solidFill>
          <a:ln/>
        </p:spPr>
      </p:sp>
      <p:sp>
        <p:nvSpPr>
          <p:cNvPr id="21" name="Text 19"/>
          <p:cNvSpPr/>
          <p:nvPr/>
        </p:nvSpPr>
        <p:spPr>
          <a:xfrm>
            <a:off x="8577072" y="118872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54864" cy="2560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1938528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Conquistas do dia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" y="2322576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" y="224942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Servidor Node.js funcionando com Express.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" y="2615184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2542032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Três rotas GET retornando JSON válido.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" y="2907792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" y="2834640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Frontend conectado à API com fetch e async/await.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" y="3200400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" y="3127248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Tratamento de erro com try/catch e feedback ao usuário.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" y="3493008"/>
            <a:ext cx="91440" cy="914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" y="3419856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Conhecimento do ciclo completo: request → response → DOM.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67328"/>
            <a:ext cx="11274552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895344"/>
            <a:ext cx="54864" cy="256032"/>
          </a:xfrm>
          <a:prstGeom prst="rect">
            <a:avLst/>
          </a:prstGeom>
          <a:solidFill>
            <a:srgbClr val="0B3D91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3913632"/>
            <a:ext cx="10680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no Dia 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" y="4297680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" y="4224528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listar, editar e remover dados — o famoso CRUD.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3776" y="4590288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" y="4517136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Persistir dados em arquivo JSON (não perder ao reiniciar).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3776" y="4882896"/>
            <a:ext cx="91440" cy="914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" y="4809744"/>
            <a:ext cx="11018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dados do frontend para o backend com POST e PUT.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638544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— Dia 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6638544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 · Slide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2026-06-15T02:57:24Z</dcterms:created>
  <dcterms:modified xsi:type="dcterms:W3CDTF">2026-06-15T02:57:24Z</dcterms:modified>
</cp:coreProperties>
</file>